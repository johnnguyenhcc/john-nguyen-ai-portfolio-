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695f482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695f482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695f482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695f482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695f482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e695f482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e695f482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e695f482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e695f482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e695f482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695f48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695f48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695f482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695f482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695f482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695f482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e695f482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e695f482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695f482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e695f482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695f482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e695f482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695f482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e695f482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695f482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695f482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75" y="797100"/>
            <a:ext cx="2871900" cy="6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