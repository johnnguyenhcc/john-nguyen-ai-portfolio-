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ScholarBot is a lightweight research assistant agent built for the final project. It takes a user question, applies safety rules, performs a simulated search, summarizes the results, and saves the interaction. It uses two tools, a fake search module and a summarizer, and maintains a simple reward system through user ratings. The goal was to build a minimal but complete agent pipeline.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cd8398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cd8398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ScholarBot follows a simple reasoning pipeline. Every query goes through a safety filter, then the agent generates a short reasoning plan. It calls two tools, a fake search tool and a summarizer tool. Results are returned in a structured format, and the system logs the interaction. When a user gives a rating, the agent updates its average score, simulating reinforcement learning.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cd83984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cd83984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demo, ScholarBot answers research questions using its local knowledge base and summarizer. It shows its reasoning process and returns sources along with a short report. Unsafe or harmful queries get blocked with a refusal message. Ratings update the average score, which the agent displays in later runs. The entire system is implemented in a single Colab notebook with clean, reproducible code.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6671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ScholarBot: Lightweight Research Assistant Agent</a:t>
            </a:r>
            <a:endParaRPr b="1" sz="1700"/>
          </a:p>
        </p:txBody>
      </p:sp>
      <p:sp>
        <p:nvSpPr>
          <p:cNvPr id="55" name="Google Shape;55;p13"/>
          <p:cNvSpPr txBox="1"/>
          <p:nvPr/>
        </p:nvSpPr>
        <p:spPr>
          <a:xfrm>
            <a:off x="5593725" y="755400"/>
            <a:ext cx="2974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Simple agent that retrieves and summarizes information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Includes safety filters and structured reasoning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Stores past queries with reinforcement-style feedback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Demonstrates input → tools → output agent pipeline</a:t>
            </a:r>
            <a:endParaRPr sz="16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700" y="375600"/>
            <a:ext cx="4392300" cy="4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6671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Inside the Agent: Reason + Tools + Memory</a:t>
            </a:r>
            <a:endParaRPr b="1" sz="1700"/>
          </a:p>
        </p:txBody>
      </p:sp>
      <p:sp>
        <p:nvSpPr>
          <p:cNvPr id="62" name="Google Shape;62;p14"/>
          <p:cNvSpPr txBox="1"/>
          <p:nvPr/>
        </p:nvSpPr>
        <p:spPr>
          <a:xfrm>
            <a:off x="5593725" y="755400"/>
            <a:ext cx="29742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Safety check for harmful topics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ReAct-style reasoning trace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Tool 1: FakeSearchTool retrieves results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Tool 2: SummarizerTool builds a short report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Memory stores queries, feedback, and average rating</a:t>
            </a:r>
            <a:endParaRPr sz="16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8800"/>
            <a:ext cx="4392300" cy="4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0" y="0"/>
            <a:ext cx="6671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Demo Highlights</a:t>
            </a:r>
            <a:endParaRPr b="1" sz="1700"/>
          </a:p>
        </p:txBody>
      </p:sp>
      <p:sp>
        <p:nvSpPr>
          <p:cNvPr id="69" name="Google Shape;69;p15"/>
          <p:cNvSpPr txBox="1"/>
          <p:nvPr/>
        </p:nvSpPr>
        <p:spPr>
          <a:xfrm>
            <a:off x="0" y="4283195"/>
            <a:ext cx="3972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Accepts research questions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Generates summaries and sources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Refuses unsafe requests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25" y="928430"/>
            <a:ext cx="8822674" cy="2824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 txBox="1"/>
          <p:nvPr/>
        </p:nvSpPr>
        <p:spPr>
          <a:xfrm>
            <a:off x="4362375" y="4283195"/>
            <a:ext cx="39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Learns from ratings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Fully contained inside one notebook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